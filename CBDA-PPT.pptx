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26AE-C614-0FC1-095C-E2C12846B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13F94-81E2-99F8-8532-961F9009C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081B1-D810-832A-498E-4D24B8CD7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B11A9-664D-B613-86B3-BE73FC44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BD236-44A5-9668-F6D6-DF74BEA9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52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E6E9D-7EE1-4274-CE81-C7385034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A77A9-C2F3-366E-8838-58B0BDEBB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F93DC-EE35-472C-9661-84C9927F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7E33A-4D6D-C177-2FA7-6139DE66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7AC6F-8E6C-D604-7D50-D259F17D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5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A781-AC64-B2E9-14B3-A57D85A9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3CED3-D3BC-CE67-162B-031D425A9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E37F1-1317-79D4-53F4-32BA9B06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DE57B-FDB9-E969-7B9C-40C97A6B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241AE-60B2-F4F8-1254-20229C9B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770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6486-F79E-8DF3-368B-10EFE7E5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EB177-55A6-7ADF-9DD5-379AD581D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B151F-AA4A-3D4E-9C68-6426B1C19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E15-9E87-FBE7-1C54-5BA702F0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E5A3B-4EB5-A7E1-F81E-B36818C3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3E7F7-CDFE-FA2C-DB35-9342A7BE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513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F85C-41FC-8062-79A4-F0D800ACD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3A22-B81E-016F-7C2B-CB4653A94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C18CE-168B-DC4A-32E5-0543341FD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2E8AF-9DD7-720B-A3B0-7549F1457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65982-29FA-27A3-035C-1A479C6F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D31B5-0B98-B47E-E5ED-C313CF4E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B861F-E6A7-5C9E-5E13-457FA603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1AA9E-3554-73E3-5D93-E470EF4D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9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0CEA-E1CA-064B-F2B0-EE21ACBF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003EF-5E93-7187-3939-98561DAB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DA292-46FD-131D-5C87-697EC657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D8EB8-43B4-E9F4-1D7E-E350ECCA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06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A887D-4061-CCCA-833C-C07AF9FF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5641A-9698-F56E-413A-F48148D4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1284D-B11C-86A4-CA38-31D624C1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57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71BB-F527-286F-D39F-881ADBCA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B0320-8376-841E-5CB1-F7DF966D1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7C880-0CB8-22CD-92B0-9DD3CC965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2882D-7145-80CA-E584-54B158FF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F8B43-82DC-E579-94AF-6D77E81F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C9ADE-69B2-4AEE-F138-E3FA2976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39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DE92-2936-6277-B447-A937354D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CACC96-CF98-F28D-A30E-ADF7B75FD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E74BE-EB27-A19C-CF5E-6E973539F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D7060-7A91-F939-EEE8-F7C441B0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8589-D3DD-3FDC-46A5-0008E633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9A3F3-8DBE-A38C-9EE9-D7F55AEE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3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BA18-7EBF-688C-1984-C21187621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7D0D8-8E29-3C21-8586-1F52E9F3D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296A0-A7D3-6DD2-A507-C657BEBD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8D763-28CD-D6B8-9C31-2E18D7A4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4388-AA47-DAB5-2D7E-DE7B9321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92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2276A-2CAD-8838-247B-9B98DECE6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EE1FF-F62E-2981-DECD-2EA293686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1BBC-4C5A-E569-901F-F15A082F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958CE-0038-6284-D8A8-69FDF0E7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7491C-727E-2D2F-2585-3D9A7C27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3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2F8FE-A206-D407-FBED-FCFA6C70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21BAA-F043-9CDA-F1DB-BEB092C37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7F717-B95B-601A-172F-0C82B4517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703E9-2067-43F9-A222-8CE37D8251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852CF-BE5C-1993-E1DC-67C373A9D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8B94E-3AFA-DC91-350F-505A820E4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C6458-9A8B-4B89-B17B-FBD8F3DC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1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1C429-7ECB-0DBC-074A-922CCB2A4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47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3555-8D89-7204-91B4-C2AD5073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9C5C86-B5FF-8772-E201-D38A65833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4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5AC324-7FB2-7863-D536-0D0F8898A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5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8DBB0-7D69-1DBA-4197-586BA2D3A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33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D10AB-27B9-860D-146C-ABD3FFB36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4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D3EBD-8B97-46E9-3CAC-2E06BD65B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1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A3E25-EEBB-C088-DFF8-8430681F9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40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ponnaganti karthik</dc:creator>
  <cp:lastModifiedBy>ponnaganti karthik</cp:lastModifiedBy>
  <cp:revision>2</cp:revision>
  <dcterms:created xsi:type="dcterms:W3CDTF">2026-03-06T08:57:19Z</dcterms:created>
  <dcterms:modified xsi:type="dcterms:W3CDTF">2026-04-21T03:17:14Z</dcterms:modified>
</cp:coreProperties>
</file>